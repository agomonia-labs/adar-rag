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header for ADAR DocIntel's Video Intelligence capability: video is processed with bounded-concurrency worker pools (frame sampling, transcript chunking, embeddings all running in parallel), every stage checkpoints so a job resumes instead of restarting after a failure, and the resulting transcript, frames, and timeline are all queryable with citations back to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4104" y="640080"/>
            <a:ext cx="13716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F1710">
                <a:alpha val="16000"/>
              </a:srgbClr>
            </a:outerShdw>
          </a:effectLst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1264" y="7772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ADAR Video Intelligence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Processing. Checkpointed Recovery. Grounded Answers.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3703320"/>
            <a:ext cx="9262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D7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video files, sampled frames, and timestamped transcripts — processed concurrently, resumable from any failure, and queryable with every answer traced to its source.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61104" y="4526280"/>
            <a:ext cx="3657600" cy="65836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61104" y="4526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Demo — labs.agomoniai.com/products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labs.agomoniai.com/products · labs.agomoniai.com/developers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2026-09-07T02:12:52Z</dcterms:created>
  <dcterms:modified xsi:type="dcterms:W3CDTF">2026-09-07T02:12:52Z</dcterms:modified>
</cp:coreProperties>
</file>